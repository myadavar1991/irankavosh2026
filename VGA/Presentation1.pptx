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60" y="-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F56E-9CFD-E828-703C-0BE51FD9D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174B5-5103-9665-60FA-3FAD135D2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31067-A4DA-A061-9B06-87BFB4481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43440-27BD-2CBC-CBF1-753E711A2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8A0BA-DB54-AE69-4B7D-21EF0B592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29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551C-C3F4-A819-1BF8-A14894AA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E36BE-5CF2-157A-6492-A948683FF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82C1C-B7B1-509C-AA88-ED254872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5CCEC-DB11-DB7D-98A5-2D6AD1AB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200A3-7281-EE80-209C-BF99E11F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98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9E3F-94BD-80EB-BCFD-B4EDD449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09653-46EC-756C-49E7-6CD1CFC92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9B8AE-D88F-7E57-2FA5-52804C52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D41A8-C138-F10C-BAC7-0832CBD2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E8234-EB44-42C9-5F46-0E29B77C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7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9218D-7662-22F0-7F5C-BD666B99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BA080-A344-007C-9623-621006DC7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C34F2-9680-4A40-8367-4EE298823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D11C9-B06D-B11E-E35E-5A4A83EDA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9E570-14AC-26BC-1ACD-EECCD120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C11FC-7A58-76F0-333F-DCD1EAFA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2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E1B28-BDA5-150E-CB2B-DE5EEBC1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F545D-752E-1E67-2243-136F7E556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13A90-D6A0-FF0B-454A-01A783743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28087-AA75-351E-DAD1-7F89112EA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A8ED6E-4360-8F54-3A49-710FA6597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1899F-BD1F-0C42-09BC-F035A603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DB5C69-6B69-0838-709A-01BBA89F6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1D82D0-F528-85D9-7D1E-F212C489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32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5F6D2-F564-FA29-FE26-7D5669342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6D7EAB-80F9-4F31-7E2D-6107A020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E1B12-0297-37B5-4547-711A74C8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82674-54F0-925A-2F49-72F6CB5B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03481-F32F-897B-0EB5-56D3BF911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F3EC22-549C-323C-D4E4-A6AABA9C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575CB-1155-45EC-DA7E-19F3253A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32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61A55-7856-3700-C587-6C132ECD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CB20D-4E5D-8622-56D0-07CEBAA2F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49166-0E6A-918C-334B-F1C493F62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0FE9A-3D24-8543-7718-D16046F2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264BA-801D-9098-57CF-7FCF32A5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9FC20-D57E-F0B8-CC6F-65BC96E8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13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F02E-33CE-163B-164B-8CD5A25B7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C84DA2-46AC-3093-5B47-CAB15D50B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82756-2B03-75AB-1B86-1430BE5A8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2E957-2E50-1C59-D35F-062A2A55F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13217-F627-BE19-AB15-A7364032E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310A3-63B0-F1F1-A7A0-AB25C6DC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8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BACE-9750-D535-18BC-8291B1FB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11DC3-A133-DCFF-9F4A-44394C640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9062B-EAA4-0B95-9F8F-81155E19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A6089-3015-654E-3561-25C3C196D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D5FEA-5142-A8A9-0897-89C5AA8B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5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F36D7-0FE5-D419-802D-2EEEE94FF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BC6A9-478F-6C8D-629D-ED4C6BEA3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01A98-E56A-0D1E-4781-A190545C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22F36-16C9-189F-D918-70D28193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2B828-87EA-0246-E7C8-33CFFEBA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0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626FA9-9743-3B33-C899-52CA26EEE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CB8E-11A6-6550-6D05-98280C60D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DED64-BE58-94B5-17E3-2E325A076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A356E-B5CB-4CF6-83E3-5A4831884457}" type="datetimeFigureOut">
              <a:rPr lang="en-US" smtClean="0"/>
              <a:t>2026/04/26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1A17C-F7D6-9EC1-4539-EF8EB700C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F5336-89BC-A342-C097-A5B20CA11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45B09-20C2-47E6-A08C-C3128E2D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62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3B53CE-0090-CA31-CA7D-304DAB05A443}"/>
              </a:ext>
            </a:extLst>
          </p:cNvPr>
          <p:cNvSpPr/>
          <p:nvPr/>
        </p:nvSpPr>
        <p:spPr>
          <a:xfrm>
            <a:off x="1593410" y="2009869"/>
            <a:ext cx="6111089" cy="1312753"/>
          </a:xfrm>
          <a:prstGeom prst="roundRect">
            <a:avLst>
              <a:gd name="adj" fmla="val 15977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999417-8AC1-B7BE-7C57-43335E081A12}"/>
              </a:ext>
            </a:extLst>
          </p:cNvPr>
          <p:cNvSpPr/>
          <p:nvPr/>
        </p:nvSpPr>
        <p:spPr>
          <a:xfrm rot="20431962">
            <a:off x="5394036" y="4719782"/>
            <a:ext cx="1422400" cy="1312753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cs typeface="B Fantezy" panose="00000400000000000000" pitchFamily="2" charset="-78"/>
            </a:endParaRPr>
          </a:p>
          <a:p>
            <a:pPr algn="ctr"/>
            <a:r>
              <a:rPr lang="fa-IR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cs typeface="B Fantezy" panose="00000400000000000000" pitchFamily="2" charset="-78"/>
              </a:rPr>
              <a:t>ایران</a:t>
            </a:r>
          </a:p>
          <a:p>
            <a:pPr algn="ctr"/>
            <a:r>
              <a:rPr lang="fa-IR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cs typeface="B Fantezy" panose="00000400000000000000" pitchFamily="2" charset="-78"/>
              </a:rPr>
              <a:t>کاوش</a:t>
            </a:r>
            <a:endParaRPr lang="en-US" sz="40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cs typeface="B Fantezy" panose="00000400000000000000" pitchFamily="2" charset="-78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C98A35E9-4459-CB58-9173-0CD566D561BA}"/>
              </a:ext>
            </a:extLst>
          </p:cNvPr>
          <p:cNvSpPr/>
          <p:nvPr/>
        </p:nvSpPr>
        <p:spPr>
          <a:xfrm rot="20358956">
            <a:off x="8718487" y="2073244"/>
            <a:ext cx="1321806" cy="995881"/>
          </a:xfrm>
          <a:prstGeom prst="hexagon">
            <a:avLst>
              <a:gd name="adj" fmla="val 16818"/>
              <a:gd name="vf" fmla="val 11547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Heptagon 2">
            <a:extLst>
              <a:ext uri="{FF2B5EF4-FFF2-40B4-BE49-F238E27FC236}">
                <a16:creationId xmlns:a16="http://schemas.microsoft.com/office/drawing/2014/main" id="{8A5FA861-50C1-AF00-6480-DD7726D8DF7B}"/>
              </a:ext>
            </a:extLst>
          </p:cNvPr>
          <p:cNvSpPr/>
          <p:nvPr/>
        </p:nvSpPr>
        <p:spPr>
          <a:xfrm rot="20120326">
            <a:off x="1593408" y="4028792"/>
            <a:ext cx="1321806" cy="1321806"/>
          </a:xfrm>
          <a:prstGeom prst="hept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6" name="Decagon 5">
            <a:extLst>
              <a:ext uri="{FF2B5EF4-FFF2-40B4-BE49-F238E27FC236}">
                <a16:creationId xmlns:a16="http://schemas.microsoft.com/office/drawing/2014/main" id="{88E16723-D5F7-B054-AFA8-B3E913D32C7A}"/>
              </a:ext>
            </a:extLst>
          </p:cNvPr>
          <p:cNvSpPr/>
          <p:nvPr/>
        </p:nvSpPr>
        <p:spPr>
          <a:xfrm>
            <a:off x="7903675" y="4445251"/>
            <a:ext cx="681532" cy="681532"/>
          </a:xfrm>
          <a:prstGeom prst="decagon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31DADF-4EF4-6362-8FC2-CF32C9F5A657}"/>
              </a:ext>
            </a:extLst>
          </p:cNvPr>
          <p:cNvSpPr/>
          <p:nvPr/>
        </p:nvSpPr>
        <p:spPr>
          <a:xfrm>
            <a:off x="807720" y="1291919"/>
            <a:ext cx="1287780" cy="5799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dirty="0">
                <a:solidFill>
                  <a:schemeClr val="tx1"/>
                </a:solidFill>
                <a:latin typeface="Samim" panose="020B0603030804020204" pitchFamily="34" charset="0"/>
                <a:ea typeface="Samim" panose="020B0603030804020204" pitchFamily="34" charset="0"/>
                <a:cs typeface="Samim" panose="020B0603030804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34308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34261-BB4E-A4AE-420D-6DA41FBF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2DFAE2-1913-8F49-0D93-9CD4BD179E28}"/>
              </a:ext>
            </a:extLst>
          </p:cNvPr>
          <p:cNvSpPr/>
          <p:nvPr/>
        </p:nvSpPr>
        <p:spPr>
          <a:xfrm>
            <a:off x="1593410" y="2009869"/>
            <a:ext cx="6111089" cy="1312753"/>
          </a:xfrm>
          <a:prstGeom prst="roundRect">
            <a:avLst>
              <a:gd name="adj" fmla="val 15977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4F29B9-8E86-0180-7A72-812679943A87}"/>
              </a:ext>
            </a:extLst>
          </p:cNvPr>
          <p:cNvSpPr/>
          <p:nvPr/>
        </p:nvSpPr>
        <p:spPr>
          <a:xfrm rot="20431962">
            <a:off x="5394036" y="4719782"/>
            <a:ext cx="1422400" cy="1312753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cs typeface="B Fantezy" panose="00000400000000000000" pitchFamily="2" charset="-78"/>
            </a:endParaRPr>
          </a:p>
          <a:p>
            <a:pPr algn="ctr"/>
            <a:r>
              <a:rPr lang="fa-IR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cs typeface="B Fantezy" panose="00000400000000000000" pitchFamily="2" charset="-78"/>
              </a:rPr>
              <a:t>ایران</a:t>
            </a:r>
          </a:p>
          <a:p>
            <a:pPr algn="ctr"/>
            <a:r>
              <a:rPr lang="fa-IR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cs typeface="B Fantezy" panose="00000400000000000000" pitchFamily="2" charset="-78"/>
              </a:rPr>
              <a:t>کاوش</a:t>
            </a:r>
            <a:endParaRPr lang="en-US" sz="40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cs typeface="B Fantezy" panose="00000400000000000000" pitchFamily="2" charset="-78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21548798-9595-E5B6-4B3F-B228AE43599D}"/>
              </a:ext>
            </a:extLst>
          </p:cNvPr>
          <p:cNvSpPr/>
          <p:nvPr/>
        </p:nvSpPr>
        <p:spPr>
          <a:xfrm rot="20358956">
            <a:off x="8718487" y="2073244"/>
            <a:ext cx="1321806" cy="995881"/>
          </a:xfrm>
          <a:prstGeom prst="hexagon">
            <a:avLst>
              <a:gd name="adj" fmla="val 16818"/>
              <a:gd name="vf" fmla="val 11547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Heptagon 2">
            <a:extLst>
              <a:ext uri="{FF2B5EF4-FFF2-40B4-BE49-F238E27FC236}">
                <a16:creationId xmlns:a16="http://schemas.microsoft.com/office/drawing/2014/main" id="{89DE8EE9-6B10-64B8-F0AD-1D0F4C6B522C}"/>
              </a:ext>
            </a:extLst>
          </p:cNvPr>
          <p:cNvSpPr/>
          <p:nvPr/>
        </p:nvSpPr>
        <p:spPr>
          <a:xfrm rot="20120326">
            <a:off x="1593408" y="4028792"/>
            <a:ext cx="1321806" cy="1321806"/>
          </a:xfrm>
          <a:prstGeom prst="hept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6" name="Decagon 5">
            <a:extLst>
              <a:ext uri="{FF2B5EF4-FFF2-40B4-BE49-F238E27FC236}">
                <a16:creationId xmlns:a16="http://schemas.microsoft.com/office/drawing/2014/main" id="{6AE21EAA-7207-BA54-894B-4CEB8F73F474}"/>
              </a:ext>
            </a:extLst>
          </p:cNvPr>
          <p:cNvSpPr/>
          <p:nvPr/>
        </p:nvSpPr>
        <p:spPr>
          <a:xfrm>
            <a:off x="7903675" y="4445251"/>
            <a:ext cx="681532" cy="681532"/>
          </a:xfrm>
          <a:prstGeom prst="decagon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61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B Fantezy</vt:lpstr>
      <vt:lpstr>Samim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y</dc:creator>
  <cp:lastModifiedBy>m y</cp:lastModifiedBy>
  <cp:revision>3</cp:revision>
  <dcterms:created xsi:type="dcterms:W3CDTF">2026-04-25T21:42:45Z</dcterms:created>
  <dcterms:modified xsi:type="dcterms:W3CDTF">2026-04-27T07:20:34Z</dcterms:modified>
</cp:coreProperties>
</file>