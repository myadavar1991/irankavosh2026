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3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8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2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03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3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2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7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5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9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3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8602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5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75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46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30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EAF9763-253D-43D2-B09E-B3A3571C6ABF}" type="datetimeFigureOut">
              <a:rPr lang="en-US" smtClean="0"/>
              <a:t>2026/05/28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DAD37C6-6233-4288-B0E8-A76F459F9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50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2AC3AF-0A75-B436-71D8-33BC38EBB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27" y="113166"/>
            <a:ext cx="2292796" cy="22927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0675C4-8EEB-51E8-5E0F-F7A90230D728}"/>
              </a:ext>
            </a:extLst>
          </p:cNvPr>
          <p:cNvSpPr/>
          <p:nvPr/>
        </p:nvSpPr>
        <p:spPr>
          <a:xfrm>
            <a:off x="3892991" y="2405962"/>
            <a:ext cx="3186068" cy="32771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dirty="0"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فیلم و سریال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4EF2F3-0154-D6CF-BCF6-E585A292848A}"/>
              </a:ext>
            </a:extLst>
          </p:cNvPr>
          <p:cNvSpPr/>
          <p:nvPr/>
        </p:nvSpPr>
        <p:spPr>
          <a:xfrm>
            <a:off x="3892991" y="2783467"/>
            <a:ext cx="3186068" cy="32771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خدمات نرم افزاری کامپیوتر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EF47FA-E093-C55E-A607-813A6B13E8C2}"/>
              </a:ext>
            </a:extLst>
          </p:cNvPr>
          <p:cNvSpPr/>
          <p:nvPr/>
        </p:nvSpPr>
        <p:spPr>
          <a:xfrm>
            <a:off x="3892991" y="3160785"/>
            <a:ext cx="3186068" cy="32771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dirty="0"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خدمات اینترنتی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7F855A-69C0-BECA-CC80-5AC2B2C7067E}"/>
              </a:ext>
            </a:extLst>
          </p:cNvPr>
          <p:cNvSpPr/>
          <p:nvPr/>
        </p:nvSpPr>
        <p:spPr>
          <a:xfrm>
            <a:off x="3892991" y="5394049"/>
            <a:ext cx="3186068" cy="3244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تعمیر لامپ کم مصرف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325E1B-6BF2-AE9D-896E-26EBC3A1175E}"/>
              </a:ext>
            </a:extLst>
          </p:cNvPr>
          <p:cNvSpPr/>
          <p:nvPr/>
        </p:nvSpPr>
        <p:spPr>
          <a:xfrm>
            <a:off x="3892991" y="5026313"/>
            <a:ext cx="3186068" cy="32441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dirty="0"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برنامه نویسی ربات "بله"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B5C8FF-3839-7862-79BA-9ED4A7DEFAAA}"/>
              </a:ext>
            </a:extLst>
          </p:cNvPr>
          <p:cNvSpPr/>
          <p:nvPr/>
        </p:nvSpPr>
        <p:spPr>
          <a:xfrm>
            <a:off x="3892991" y="3902849"/>
            <a:ext cx="3186068" cy="32771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مشاوره خرید کامپیوتر و لپتاپ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9CFA2D-49FD-B9FA-6FFA-C797FC6DDC99}"/>
              </a:ext>
            </a:extLst>
          </p:cNvPr>
          <p:cNvSpPr/>
          <p:nvPr/>
        </p:nvSpPr>
        <p:spPr>
          <a:xfrm>
            <a:off x="3892991" y="4277336"/>
            <a:ext cx="3186068" cy="32771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dirty="0"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نصب نرم افزارهای تخصصی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1E503C-F50C-24E3-DF7E-484057758EA8}"/>
              </a:ext>
            </a:extLst>
          </p:cNvPr>
          <p:cNvSpPr/>
          <p:nvPr/>
        </p:nvSpPr>
        <p:spPr>
          <a:xfrm>
            <a:off x="3892991" y="4651824"/>
            <a:ext cx="3186068" cy="32771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نصب بازی </a:t>
            </a:r>
            <a:r>
              <a:rPr lang="fa-IR" sz="1600" b="1" spc="5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های کامپیوتری</a:t>
            </a:r>
            <a:endParaRPr lang="fa-IR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Samim FD" panose="020B0603030804020204" pitchFamily="34" charset="0"/>
              <a:ea typeface="Samim FD" panose="020B0603030804020204" pitchFamily="34" charset="0"/>
              <a:cs typeface="Samim FD" panose="020B0603030804020204" pitchFamily="34" charset="0"/>
            </a:endParaRPr>
          </a:p>
        </p:txBody>
      </p:sp>
      <p:pic>
        <p:nvPicPr>
          <p:cNvPr id="6" name="Picture 5" descr="دانلود بله: پیام‌رسان و پرداخت در یک برنامه">
            <a:extLst>
              <a:ext uri="{FF2B5EF4-FFF2-40B4-BE49-F238E27FC236}">
                <a16:creationId xmlns:a16="http://schemas.microsoft.com/office/drawing/2014/main" id="{CAEF63C8-77AE-747A-85B5-B43F6B765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535" y="5057712"/>
            <a:ext cx="265246" cy="265246"/>
          </a:xfrm>
          <a:prstGeom prst="rect">
            <a:avLst/>
          </a:prstGeom>
        </p:spPr>
      </p:pic>
      <p:pic>
        <p:nvPicPr>
          <p:cNvPr id="14" name="Picture 13" descr="دانلود بله: پیام‌رسان و پرداخت در یک برنامه">
            <a:extLst>
              <a:ext uri="{FF2B5EF4-FFF2-40B4-BE49-F238E27FC236}">
                <a16:creationId xmlns:a16="http://schemas.microsoft.com/office/drawing/2014/main" id="{B7C954C3-25F6-25EA-9A07-74B856184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303" y="5057712"/>
            <a:ext cx="265246" cy="26524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BCC9C41-92E8-95D1-0936-57EE92736866}"/>
              </a:ext>
            </a:extLst>
          </p:cNvPr>
          <p:cNvSpPr/>
          <p:nvPr/>
        </p:nvSpPr>
        <p:spPr>
          <a:xfrm>
            <a:off x="3892991" y="3531817"/>
            <a:ext cx="3186068" cy="32771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amim FD" panose="020B0603030804020204" pitchFamily="34" charset="0"/>
                <a:ea typeface="Samim FD" panose="020B0603030804020204" pitchFamily="34" charset="0"/>
                <a:cs typeface="Samim FD" panose="020B0603030804020204" pitchFamily="34" charset="0"/>
              </a:rPr>
              <a:t>نصب دوربین مدار بسته</a:t>
            </a:r>
          </a:p>
        </p:txBody>
      </p:sp>
    </p:spTree>
    <p:extLst>
      <p:ext uri="{BB962C8B-B14F-4D97-AF65-F5344CB8AC3E}">
        <p14:creationId xmlns:p14="http://schemas.microsoft.com/office/powerpoint/2010/main" val="3719991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85</TotalTime>
  <Words>36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Calisto MT</vt:lpstr>
      <vt:lpstr>Samim FD</vt:lpstr>
      <vt:lpstr>Wingdings 2</vt:lpstr>
      <vt:lpstr>Slate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y</dc:creator>
  <cp:lastModifiedBy>m y</cp:lastModifiedBy>
  <cp:revision>4</cp:revision>
  <dcterms:created xsi:type="dcterms:W3CDTF">2026-05-28T15:15:22Z</dcterms:created>
  <dcterms:modified xsi:type="dcterms:W3CDTF">2026-05-28T16:47:57Z</dcterms:modified>
</cp:coreProperties>
</file>